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79" r:id="rId7"/>
    <p:sldId id="280" r:id="rId8"/>
    <p:sldId id="281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lana.rtg15@gmail.com" initials="m" lastIdx="2" clrIdx="0">
    <p:extLst>
      <p:ext uri="{19B8F6BF-5375-455C-9EA6-DF929625EA0E}">
        <p15:presenceInfo xmlns:p15="http://schemas.microsoft.com/office/powerpoint/2012/main" userId="e86569777eb65c5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688" autoAdjust="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outlineViewPr>
    <p:cViewPr>
      <p:scale>
        <a:sx n="33" d="100"/>
        <a:sy n="33" d="100"/>
      </p:scale>
      <p:origin x="0" y="-13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70" y="0"/>
            <a:ext cx="6106960" cy="143161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TUGAS PEMROGRAMAN DASAR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AF08F-CB51-443B-8B19-B48536E53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880" y="2029217"/>
            <a:ext cx="4891935" cy="305009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DIBUAT OLEH: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NAMA: MAULANA HAFIZ RITONGA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PRODI: KECERDASAN BUATAN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NPM   : 2514377001</a:t>
            </a:r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99" y="107950"/>
            <a:ext cx="11056303" cy="1501773"/>
          </a:xfrm>
        </p:spPr>
        <p:txBody>
          <a:bodyPr>
            <a:normAutofit fontScale="90000"/>
          </a:bodyPr>
          <a:lstStyle/>
          <a:p>
            <a:r>
              <a:rPr lang="en-US" b="1" cap="none" dirty="0" err="1">
                <a:latin typeface="Arial" panose="020B0604020202020204" pitchFamily="34" charset="0"/>
              </a:rPr>
              <a:t>Soal</a:t>
            </a:r>
            <a:r>
              <a:rPr lang="en-US" b="1" cap="none" dirty="0">
                <a:latin typeface="Arial" panose="020B0604020202020204" pitchFamily="34" charset="0"/>
              </a:rPr>
              <a:t> Latihan</a:t>
            </a:r>
            <a:br>
              <a:rPr lang="en-US" b="1" cap="none" dirty="0">
                <a:latin typeface="Arial" panose="020B0604020202020204" pitchFamily="34" charset="0"/>
              </a:rPr>
            </a:b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1.Menghitung Luas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Segitiga</a:t>
            </a:r>
            <a:b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Buatlah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Psedocode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menghitung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luas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segitiga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rumus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luas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=(</a:t>
            </a:r>
            <a:r>
              <a:rPr lang="en-US" sz="2000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alasxtinggi</a:t>
            </a:r>
            <a:r>
              <a:rPr lang="en-US" sz="2000" cap="none" dirty="0">
                <a:latin typeface="Calibri" panose="020F0502020204030204" pitchFamily="34" charset="0"/>
                <a:cs typeface="Calibri" panose="020F0502020204030204" pitchFamily="34" charset="0"/>
              </a:rPr>
              <a:t>) / </a:t>
            </a:r>
            <a:r>
              <a:rPr lang="en-US" sz="2000" cap="none" dirty="0">
                <a:latin typeface="Arial" panose="020B0604020202020204" pitchFamily="34" charset="0"/>
              </a:rPr>
              <a:t>2</a:t>
            </a:r>
            <a:br>
              <a:rPr lang="en-US" sz="1400" dirty="0"/>
            </a:br>
            <a:endParaRPr lang="en-US" sz="2000" cap="none" dirty="0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EDB7370-399E-4E98-9700-67B6FEAB0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345" y="2005893"/>
            <a:ext cx="4316730" cy="32270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Luas </a:t>
            </a:r>
            <a:r>
              <a:rPr lang="en-US" dirty="0" err="1"/>
              <a:t>Segitga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D98EB1-FF8E-40BC-8B0D-4908F300423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31545" y="2619375"/>
            <a:ext cx="4240530" cy="38957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1.Mulai</a:t>
            </a:r>
          </a:p>
          <a:p>
            <a:pPr marL="0" indent="0">
              <a:buNone/>
            </a:pPr>
            <a:r>
              <a:rPr lang="en-US" dirty="0"/>
              <a:t>2.Input Nilai Alas</a:t>
            </a:r>
          </a:p>
          <a:p>
            <a:pPr marL="0" indent="0">
              <a:buNone/>
            </a:pPr>
            <a:r>
              <a:rPr lang="en-US" dirty="0"/>
              <a:t>3.Input Nilai Tinggi</a:t>
            </a:r>
          </a:p>
          <a:p>
            <a:pPr marL="0" indent="0">
              <a:buNone/>
            </a:pPr>
            <a:r>
              <a:rPr lang="en-US" dirty="0"/>
              <a:t>4.Hitung Luas= Alas x Tinggi / 2</a:t>
            </a:r>
          </a:p>
          <a:p>
            <a:pPr marL="0" indent="0">
              <a:buNone/>
            </a:pPr>
            <a:r>
              <a:rPr lang="en-US" dirty="0"/>
              <a:t>5.Tampilkan Hasil Luas</a:t>
            </a:r>
          </a:p>
          <a:p>
            <a:pPr marL="0" indent="0">
              <a:buNone/>
            </a:pPr>
            <a:r>
              <a:rPr lang="en-US" dirty="0"/>
              <a:t>6.Selesai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D06B36-A695-47A8-8C1C-DD607F7FF65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4182" y="1977314"/>
            <a:ext cx="5516880" cy="351284"/>
          </a:xfrm>
        </p:spPr>
        <p:txBody>
          <a:bodyPr/>
          <a:lstStyle/>
          <a:p>
            <a:r>
              <a:rPr lang="en-US" dirty="0"/>
              <a:t>Pseudocode </a:t>
            </a:r>
            <a:r>
              <a:rPr lang="en-US" dirty="0" err="1"/>
              <a:t>Menghitung</a:t>
            </a:r>
            <a:r>
              <a:rPr lang="en-US" dirty="0"/>
              <a:t> Luas </a:t>
            </a:r>
            <a:r>
              <a:rPr lang="en-US" dirty="0" err="1"/>
              <a:t>Segitiga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54182" y="2619374"/>
            <a:ext cx="5506720" cy="3895726"/>
          </a:xfrm>
        </p:spPr>
        <p:txBody>
          <a:bodyPr>
            <a:norm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:</a:t>
            </a:r>
          </a:p>
          <a:p>
            <a:r>
              <a:rPr lang="en-US" dirty="0"/>
              <a:t>    Real </a:t>
            </a:r>
            <a:r>
              <a:rPr lang="en-US" dirty="0" err="1"/>
              <a:t>alas,tinggi,luas</a:t>
            </a:r>
            <a:endParaRPr lang="en-US" dirty="0"/>
          </a:p>
          <a:p>
            <a:r>
              <a:rPr lang="en-US" dirty="0" err="1"/>
              <a:t>Algoritma</a:t>
            </a:r>
            <a:r>
              <a:rPr lang="en-US" dirty="0"/>
              <a:t>:</a:t>
            </a:r>
          </a:p>
          <a:p>
            <a:r>
              <a:rPr lang="en-US" dirty="0"/>
              <a:t>     output “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alas:”</a:t>
            </a:r>
          </a:p>
          <a:p>
            <a:r>
              <a:rPr lang="en-US" dirty="0"/>
              <a:t>     input alas</a:t>
            </a:r>
          </a:p>
          <a:p>
            <a:r>
              <a:rPr lang="en-US" dirty="0"/>
              <a:t>     output “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:”</a:t>
            </a:r>
          </a:p>
          <a:p>
            <a:r>
              <a:rPr lang="en-US" dirty="0"/>
              <a:t>     input </a:t>
            </a:r>
            <a:r>
              <a:rPr lang="en-US" dirty="0" err="1"/>
              <a:t>tinggi</a:t>
            </a:r>
            <a:endParaRPr lang="en-US" dirty="0"/>
          </a:p>
          <a:p>
            <a:r>
              <a:rPr lang="en-US" dirty="0"/>
              <a:t>     Luas=(alas*</a:t>
            </a:r>
            <a:r>
              <a:rPr lang="en-US" dirty="0" err="1"/>
              <a:t>tinggi</a:t>
            </a:r>
            <a:r>
              <a:rPr lang="en-US" dirty="0"/>
              <a:t>)/2</a:t>
            </a:r>
          </a:p>
          <a:p>
            <a:r>
              <a:rPr lang="en-US" dirty="0"/>
              <a:t>     output “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segitiga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:”  , </a:t>
            </a:r>
            <a:r>
              <a:rPr lang="en-US" dirty="0" err="1"/>
              <a:t>luas</a:t>
            </a:r>
            <a:endParaRPr lang="en-US" dirty="0"/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0E2CB7-E8B0-4AED-A96F-82A1E3C93C5D}"/>
              </a:ext>
            </a:extLst>
          </p:cNvPr>
          <p:cNvCxnSpPr>
            <a:cxnSpLocks/>
          </p:cNvCxnSpPr>
          <p:nvPr/>
        </p:nvCxnSpPr>
        <p:spPr>
          <a:xfrm>
            <a:off x="5324475" y="1609723"/>
            <a:ext cx="0" cy="465772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1EE2-4D09-4A37-8D88-8C8ED4B3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6984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cap="none" dirty="0" err="1"/>
              <a:t>Implementasi</a:t>
            </a:r>
            <a:r>
              <a:rPr lang="en-US" b="1" cap="none" dirty="0"/>
              <a:t> Program (Python)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0621B-CE77-46D8-BB00-922B3695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5A5ED0-993E-4B8E-9F99-F67072CC65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81176" y="1266826"/>
            <a:ext cx="6515099" cy="4533900"/>
          </a:xfrm>
        </p:spPr>
      </p:pic>
    </p:spTree>
    <p:extLst>
      <p:ext uri="{BB962C8B-B14F-4D97-AF65-F5344CB8AC3E}">
        <p14:creationId xmlns:p14="http://schemas.microsoft.com/office/powerpoint/2010/main" val="85781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ADEE-F41E-42A0-9293-92CA055F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03188"/>
            <a:ext cx="10258425" cy="1068387"/>
          </a:xfrm>
        </p:spPr>
        <p:txBody>
          <a:bodyPr>
            <a:noAutofit/>
          </a:bodyPr>
          <a:lstStyle/>
          <a:p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2.Bilangan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Positif,Negatif,atau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b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Buatlah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dan Pseudocode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bilangan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diinput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positif,negatif,atau</a:t>
            </a:r>
            <a:r>
              <a:rPr lang="en-US" sz="1800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cap="none" spc="0" dirty="0" err="1"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br>
              <a:rPr lang="en-US" sz="1600" b="1" spc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600" b="1" spc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4CBAE-BD69-4AF7-8D32-2BCD38208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65428"/>
            <a:ext cx="4962524" cy="287148"/>
          </a:xfrm>
        </p:spPr>
        <p:txBody>
          <a:bodyPr>
            <a:no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Positif,Negatif,Atau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FCD2C-A61D-4361-8E8D-BB3AC8B5E43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33399" y="1832164"/>
            <a:ext cx="4962525" cy="46734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1.Mulai</a:t>
            </a:r>
          </a:p>
          <a:p>
            <a:pPr marL="0" indent="0">
              <a:buNone/>
            </a:pPr>
            <a:r>
              <a:rPr lang="en-US" dirty="0"/>
              <a:t>2.Input </a:t>
            </a:r>
            <a:r>
              <a:rPr lang="en-US" dirty="0" err="1"/>
              <a:t>Bilangan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3.Jika </a:t>
            </a:r>
            <a:r>
              <a:rPr lang="en-US" dirty="0" err="1"/>
              <a:t>Bilangan</a:t>
            </a:r>
            <a:r>
              <a:rPr lang="en-US" dirty="0"/>
              <a:t> &gt;0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positif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4.Jika </a:t>
            </a:r>
            <a:r>
              <a:rPr lang="en-US" dirty="0" err="1"/>
              <a:t>Bilangan</a:t>
            </a:r>
            <a:r>
              <a:rPr lang="en-US" dirty="0"/>
              <a:t> &lt;0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negatif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5.Jika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nol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6.Selesai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00064-8975-4F50-963E-241E454503B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572124" y="1265428"/>
            <a:ext cx="6619876" cy="290643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Pseudocode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positif,negatif,atau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0E75F-929C-4C4F-A12F-EFAC6259B9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54182" y="1832164"/>
            <a:ext cx="5506720" cy="4673411"/>
          </a:xfrm>
        </p:spPr>
        <p:txBody>
          <a:bodyPr/>
          <a:lstStyle/>
          <a:p>
            <a:r>
              <a:rPr lang="en-US" dirty="0" err="1"/>
              <a:t>Deklarasi</a:t>
            </a:r>
            <a:r>
              <a:rPr lang="en-US" dirty="0"/>
              <a:t>:</a:t>
            </a:r>
          </a:p>
          <a:p>
            <a:r>
              <a:rPr lang="en-US" dirty="0"/>
              <a:t>Angka</a:t>
            </a:r>
          </a:p>
          <a:p>
            <a:r>
              <a:rPr lang="en-US" dirty="0" err="1"/>
              <a:t>Algoritma</a:t>
            </a:r>
            <a:r>
              <a:rPr lang="en-US" dirty="0"/>
              <a:t>:</a:t>
            </a:r>
          </a:p>
          <a:p>
            <a:r>
              <a:rPr lang="en-US" dirty="0"/>
              <a:t>   Output “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”</a:t>
            </a:r>
          </a:p>
          <a:p>
            <a:r>
              <a:rPr lang="en-US" dirty="0"/>
              <a:t>    Input </a:t>
            </a:r>
            <a:r>
              <a:rPr lang="en-US" dirty="0" err="1"/>
              <a:t>angka</a:t>
            </a:r>
            <a:endParaRPr lang="en-US" dirty="0"/>
          </a:p>
          <a:p>
            <a:r>
              <a:rPr lang="en-US" dirty="0"/>
              <a:t>    Jika </a:t>
            </a:r>
            <a:r>
              <a:rPr lang="en-US" dirty="0" err="1"/>
              <a:t>angka</a:t>
            </a:r>
            <a:r>
              <a:rPr lang="en-US" dirty="0"/>
              <a:t> &gt; 0 </a:t>
            </a:r>
            <a:r>
              <a:rPr lang="en-US" dirty="0" err="1"/>
              <a:t>maka</a:t>
            </a:r>
            <a:endParaRPr lang="en-US" dirty="0"/>
          </a:p>
          <a:p>
            <a:r>
              <a:rPr lang="en-US" dirty="0"/>
              <a:t>       output “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”</a:t>
            </a:r>
          </a:p>
          <a:p>
            <a:r>
              <a:rPr lang="en-US" dirty="0"/>
              <a:t>    Jika </a:t>
            </a:r>
            <a:r>
              <a:rPr lang="en-US" dirty="0" err="1"/>
              <a:t>angka</a:t>
            </a:r>
            <a:r>
              <a:rPr lang="en-US" dirty="0"/>
              <a:t> &lt; 0 </a:t>
            </a:r>
            <a:r>
              <a:rPr lang="en-US" dirty="0" err="1"/>
              <a:t>maka</a:t>
            </a:r>
            <a:endParaRPr lang="en-US" dirty="0"/>
          </a:p>
          <a:p>
            <a:r>
              <a:rPr lang="en-US" dirty="0"/>
              <a:t>       Output “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”</a:t>
            </a:r>
          </a:p>
          <a:p>
            <a:r>
              <a:rPr lang="en-US" dirty="0"/>
              <a:t>    Jika </a:t>
            </a:r>
            <a:r>
              <a:rPr lang="en-US" dirty="0" err="1"/>
              <a:t>tidak</a:t>
            </a:r>
            <a:endParaRPr lang="en-US" dirty="0"/>
          </a:p>
          <a:p>
            <a:r>
              <a:rPr lang="en-US" dirty="0"/>
              <a:t>       Output “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”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0B705-E01B-4903-A3AF-0E166819C1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9D5A95-83B1-4063-B8A6-A1BE9F97E125}"/>
              </a:ext>
            </a:extLst>
          </p:cNvPr>
          <p:cNvCxnSpPr/>
          <p:nvPr/>
        </p:nvCxnSpPr>
        <p:spPr>
          <a:xfrm>
            <a:off x="5572124" y="1171575"/>
            <a:ext cx="66676" cy="53340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25B8-E909-4F51-A5B6-AC2F6BEF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50790"/>
          </a:xfrm>
        </p:spPr>
        <p:txBody>
          <a:bodyPr/>
          <a:lstStyle/>
          <a:p>
            <a:pPr algn="ctr"/>
            <a:r>
              <a:rPr lang="en-US" b="1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Implementasi</a:t>
            </a:r>
            <a:r>
              <a:rPr lang="en-US" b="1" cap="none" dirty="0">
                <a:latin typeface="Calibri" panose="020F0502020204030204" pitchFamily="34" charset="0"/>
                <a:cs typeface="Calibri" panose="020F0502020204030204" pitchFamily="34" charset="0"/>
              </a:rPr>
              <a:t> Program(Python)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63BF82-85EA-46C9-B101-8334AB49D7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93898" y="1219200"/>
            <a:ext cx="5802352" cy="53704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9496-E02D-45AE-A4DE-B99FAD4F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50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2CE40AF-45F2-45DB-BA21-25ACBE9A5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FOR YOUR ATTENTION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TUGAS 1 PEMROGRAMAN DASAR MAULANA</Template>
  <TotalTime>107</TotalTime>
  <Words>288</Words>
  <Application>Microsoft Office PowerPoint</Application>
  <PresentationFormat>Widescreen</PresentationFormat>
  <Paragraphs>56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TUGAS PEMROGRAMAN DASAR</vt:lpstr>
      <vt:lpstr>Soal Latihan 1.Menghitung Luas Segitiga Buatlah algoritma dan Psedocode untuk menghitung luas segitiga dengan  rumus: luas=(alasxtinggi) / 2 </vt:lpstr>
      <vt:lpstr> Implementasi Program (Python)</vt:lpstr>
      <vt:lpstr>2.Bilangan Positif,Negatif,atau Nol Buatlah Algoritma dan Pseudocode untuk menentukan apakah sebuah bilangan yang diinput adalah positif,negatif,atau nol </vt:lpstr>
      <vt:lpstr>Implementasi Program(Python)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PEMROGRAMAN DASAR</dc:title>
  <dc:creator>maulana.rtg15@gmail.com</dc:creator>
  <cp:lastModifiedBy>maulana.rtg15@gmail.com</cp:lastModifiedBy>
  <cp:revision>12</cp:revision>
  <dcterms:created xsi:type="dcterms:W3CDTF">2025-10-14T14:35:14Z</dcterms:created>
  <dcterms:modified xsi:type="dcterms:W3CDTF">2025-10-15T15:27:55Z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